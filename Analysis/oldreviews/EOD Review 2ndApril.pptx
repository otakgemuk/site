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3866-29B7-34B1-EF02-1557CCBE6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14444-ED26-5B23-A54A-04B64A7A3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34406-E758-79E9-667F-DA947CC5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41E0-1ACD-ED0D-5E3F-B0C011DF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E0E84-F606-455B-643C-5CDD3A8F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3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7842-EF8F-F6B8-D548-6252C6FB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BB68-5533-3AA5-8586-53FA7B0F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45566-9FC0-4BE9-B859-A6227FC4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DFFDE-6914-D1C3-1421-348DBB84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8EAB-1E4F-EC7B-1882-A5E329F5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8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5CBA-1A73-A578-825A-1E8C1601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535E5-ACF8-3151-5949-E43E18D70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8639E-D618-6CB2-8E1F-13B48916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C9D0D-241D-585F-CBB1-CC876331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92D7-35F6-91DB-6358-1FB9758D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9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9925-D969-33F3-0FEF-53107B93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5FFF-3394-B76E-7141-9D89C5A9A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73FD2-BE13-B6EA-408D-417979FF2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D276B-E658-4B58-257A-45C286C1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97B87-7F3A-7FED-6DD8-B5CEEE84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522FD-010B-DF79-7F76-22C37A50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4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F611-CDA1-9C78-8EA8-F8464AE9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18AA-48DC-ED65-2575-A88033E3A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4A9FB-9B3A-BA6E-D679-ABD88AA8D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9D085-AC96-96A1-BA22-A3F80235C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B454D-C2FB-C998-3B45-0DF0B5074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4C73D-8C57-C1A0-67FA-6721C7F6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36A5E-CB47-B1B6-F75E-EBD8DC4D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38D51-348F-3350-BBC6-CE2A4112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2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EA9C-380F-813F-DE4E-AFE3559C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B85DF-713C-4370-E7C3-89E50029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71E6E-B14C-39F7-21F7-38D9E665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B0596-2A04-632D-2999-3062D775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1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6F5AB-2DDE-C239-66E6-8D6CC7C09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60CE6-A489-162E-928B-E865FF90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C129B-BC10-E38A-9657-89A40633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1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481E-1D32-0D6C-0C96-73985447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2E070-C4BC-F395-7C8F-E38801F7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44680-A744-0E3B-AF10-F8524DDAF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D7080-B52C-CAB3-E113-942D5A29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018E5-1962-F5C7-38BD-32109E88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61B09-E0F5-E5A3-E646-B714EB32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0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1A5A-3BCB-5058-9F3A-03EAD274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E0898E-D699-F7ED-B0D6-8AF2AF47F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A93EB-884B-C1CF-4DAA-AB793274E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1828C-BEB0-F940-0A45-76B37A08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CDB01-3020-3B3B-4CDB-C019FBAF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AFB9D-5049-4CA3-7FEB-5FC0B781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8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3890-38F7-BF63-D431-0E518899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2BB7A-9EFA-B34C-A956-8722A4C69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32D29-DD8E-899D-FCCC-E2B6B5E8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017F7-6262-0889-1233-D9A5C9D7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439F2-4239-C369-FC5A-FAF78E80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9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42842-32DA-71E1-71B5-2E5906ECA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D6A06-6183-750E-094A-C1BF804CA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81D3B-F5F7-1F78-56E9-63443B5F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3A55A-E0AB-24BF-0F40-DD08101E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A0FAE-1B07-3FDD-C1FE-C14ECC41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8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88D73-1030-6FDD-C720-09AF867B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66C81-549D-9A90-B44C-1801392A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51CE9-B2CD-CB42-A57C-FA83DA609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D8856-170D-41E3-9C91-BF9EAD42C06E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39D33-43D2-59AB-1FC9-8553ACD0A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ADE4D-64D1-439D-41CF-7FEC898D4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F421C-0FC3-4C84-AA9B-9D27CA7C4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825CB-BF98-4666-C532-9051B62C47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87B2D-7001-9CD4-C4EB-60F9DA4DC1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7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6492C6-227D-2345-0D67-8B367959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4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8C57C-33A6-17AD-7B3E-5832F0E76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1"/>
            <a:ext cx="121920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2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Sire Mammat</dc:creator>
  <cp:lastModifiedBy>Sire Mammat</cp:lastModifiedBy>
  <cp:revision>1</cp:revision>
  <dcterms:created xsi:type="dcterms:W3CDTF">2026-04-02T22:01:28Z</dcterms:created>
  <dcterms:modified xsi:type="dcterms:W3CDTF">2026-04-02T22:02:16Z</dcterms:modified>
</cp:coreProperties>
</file>