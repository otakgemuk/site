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  ·  MES  ·  5-Minute Bars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73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13, 2026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21792"/>
            <a:ext cx="117957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3566160"/>
            <a:ext cx="1179576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6118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CONTEXT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91840" y="362102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52–1 overlapping (IOI pattern) → high probability reversal  ·  Bar 2 = Outside Outside Bar (Breakout)  ·  Bar 2 has long lower wick → buyers in control  ·  Bars 1 &amp; 2 = High 2  ·  Expect 1:1 move up after Bar 2 confirmation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Review: March 13, 2026  ·  MES 5m  ·  Personal trade journal — not financial advice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82880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82880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66928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74320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1–3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1682496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82496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92608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292608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 · STOP 1 tick below Bar 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92608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292608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3 using Bar 1 as Outside Bar to measure move · 1:1R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92608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292608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from pre-market trading range · Bar 2 BOO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523744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23744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40233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07792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907792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615184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4023360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023360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633472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2633472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2633472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2633472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633472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2633472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864608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864608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023360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48656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248656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956048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6364224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64224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974336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4974336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974336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4974336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974336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4974336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= Low 1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05472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7205472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4023360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58952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7589520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7296912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8705088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705088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7315200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7315200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7315200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7315200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315200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7315200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 EMA with gap · Downtrend context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9546336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0"/>
          <p:cNvSpPr/>
          <p:nvPr/>
        </p:nvSpPr>
        <p:spPr>
          <a:xfrm>
            <a:off x="9546336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6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4023360"/>
            <a:ext cx="237744" cy="237744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930384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9930384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72" name="Text 63"/>
          <p:cNvSpPr/>
          <p:nvPr/>
        </p:nvSpPr>
        <p:spPr>
          <a:xfrm>
            <a:off x="9637776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73" name="Shape 64"/>
          <p:cNvSpPr/>
          <p:nvPr/>
        </p:nvSpPr>
        <p:spPr>
          <a:xfrm>
            <a:off x="11045952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11045952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850" dirty="0"/>
          </a:p>
        </p:txBody>
      </p:sp>
      <p:sp>
        <p:nvSpPr>
          <p:cNvPr id="75" name="Text 66"/>
          <p:cNvSpPr/>
          <p:nvPr/>
        </p:nvSpPr>
        <p:spPr>
          <a:xfrm>
            <a:off x="9656064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9656064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800" dirty="0"/>
          </a:p>
        </p:txBody>
      </p:sp>
      <p:sp>
        <p:nvSpPr>
          <p:cNvPr id="77" name="Text 68"/>
          <p:cNvSpPr/>
          <p:nvPr/>
        </p:nvSpPr>
        <p:spPr>
          <a:xfrm>
            <a:off x="9656064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78" name="Text 69"/>
          <p:cNvSpPr/>
          <p:nvPr/>
        </p:nvSpPr>
        <p:spPr>
          <a:xfrm>
            <a:off x="9656064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9656064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9656064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= strong BO bar down · Bar 53 = weak buy signal · PA repeating Bar 42 pattern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 ·  MES 5m  ·  Mar 13,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Bar-by-Bar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3858768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  ·  Bars 1–14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52→1: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bars overlapping (IOI) — high probability reversal zone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60/61/62: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pattern — Inside Outside Inside Bars confirming reversal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Outside Bar (breakout bar) with long lower wick — buyers in control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 &amp; 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 structure — buying 1 tick above Bar 1 makes sense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 — buying 1 tick above makes sense after 2-leg pullback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after bulls couldn't sustain push — momentum fake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603504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12648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on bar 14 — sellers actively rejecting highs, strong hands present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665683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74827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(EMA):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closing above EMA — "breakout" above EMA weak, essentially a false break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78808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78808" y="658368"/>
            <a:ext cx="385876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Session  ·  Bars 21–53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15968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21/22: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2 — bearish inside bar, price below 20EMA with gap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88536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EMA: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closes below EMA — bear trend context, EMA acting as resistance not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88536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confirmed — entry sell stop 1 tick below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88536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23+: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to overlap — strong indication price action is in a Trading Range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88536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the downside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88536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bar — no follow-up bear bar after Bar 52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88536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Bar 42: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with no follow-up bear bar — high probability price repeats pattern from Bar 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88536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risk was only about 30 ticks — very small if trade failed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74736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0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74736" y="658368"/>
            <a:ext cx="3858768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All Session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11896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session: Trending. Mid session: Trading Range from Bar 23 onwards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84464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1896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role: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acted as resistance in the afternoon — price unable to sustain above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84464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11896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Bear Flag Bars 10–14 led cleanly to T03 — 80 tick winner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84464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11896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repeat: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 setup mirrors Bar 42 — trading pattern recognition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84464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11896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note: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was limited to ~40 ticks — bullish inside bar scalp in minor pullback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84464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conviction: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trade for Bear Flag + expecting 2nd leg down — confirmed by Bar 13 Low 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84464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11896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context: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confirmed — bearish inside bar below EMA with gap is high conviction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284464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11896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T06 — overlapping bars from Bar 23 signal choppy range. Correct to stop.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6492240"/>
            <a:ext cx="117957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5288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  ·  5 Trades  ·  T01 +39  ·  T02 +39  ·  T03 +80  ·  T04 +49  ·  T05 +30  ·  TOTAL: +237 TICKS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920240" cy="141732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914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03120" y="566928"/>
            <a:ext cx="9893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67712" y="658368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 / ONL identified and marked on chart before open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67712" y="905256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direction: overlapping bars (IOI) Bars 52–1 → high probability reversal zone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67712" y="1152144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structure: IOI pattern confirmed — base complete, expecting directional move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67712" y="1399032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count: Bar 60/61/62 IOI — test target flagged for session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67712" y="1645920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VWAP: Price above VWAP at open → bullish bias confirmed · Bears lost control on Bar 2 long wick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112264"/>
            <a:ext cx="1920240" cy="45720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3230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288950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89904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103120" y="2112264"/>
            <a:ext cx="48783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103120" y="2112264"/>
            <a:ext cx="48783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1854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23744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523744" y="2185416"/>
            <a:ext cx="4347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212848" y="2459736"/>
            <a:ext cx="46954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1–3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194560" y="2679192"/>
            <a:ext cx="4695444" cy="11887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267712" y="2734056"/>
            <a:ext cx="4604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2267712" y="2916936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52→1: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bars overlapping (IOI) — high probability reversal zone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2267712" y="3136392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60/61/62: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pattern — Inside Outside Inside Bars confirming reversal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2267712" y="3355848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Bar (breakout bar) with long lower wick — buyers in control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2267712" y="3575304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 &amp; 2: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 structure — buying 1 tick above Bar 1 makes sense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2240280" y="3959352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2240280" y="4123944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 · STOP 1 tick below Bar 2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240280" y="4489704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2240280" y="4654296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Bar 3 using Bar 1 as Outside Bar to measure move up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240280" y="5020056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2240280" y="5184648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from pre-market trading range · Bar 2 = OO expecting 1:1R minimum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6067044" y="5605272"/>
            <a:ext cx="777240" cy="256032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67044" y="5623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2240280" y="5971032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2240280" y="6190488"/>
            <a:ext cx="4649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pre-market compression followed by a strong Outside Bar breakout is a high-probability setup. The long lower wick on Bar 2 was the key confirmation — buyers were aggressively defending. Wait for Bar 2 close confirmation before entering.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118604" y="2112264"/>
            <a:ext cx="48783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7118604" y="2112264"/>
            <a:ext cx="48783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2185416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39228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539228" y="2185416"/>
            <a:ext cx="4347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7228332" y="2459736"/>
            <a:ext cx="46954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7255764" y="2679192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50" dirty="0"/>
          </a:p>
        </p:txBody>
      </p:sp>
      <p:sp>
        <p:nvSpPr>
          <p:cNvPr id="46" name="Text 39"/>
          <p:cNvSpPr/>
          <p:nvPr/>
        </p:nvSpPr>
        <p:spPr>
          <a:xfrm>
            <a:off x="7255764" y="2843784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7255764" y="3209544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50" dirty="0"/>
          </a:p>
        </p:txBody>
      </p:sp>
      <p:sp>
        <p:nvSpPr>
          <p:cNvPr id="48" name="Text 41"/>
          <p:cNvSpPr/>
          <p:nvPr/>
        </p:nvSpPr>
        <p:spPr>
          <a:xfrm>
            <a:off x="7255764" y="3374136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7255764" y="3739896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50" name="Text 43"/>
          <p:cNvSpPr/>
          <p:nvPr/>
        </p:nvSpPr>
        <p:spPr>
          <a:xfrm>
            <a:off x="7255764" y="3904488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11082528" y="4325112"/>
            <a:ext cx="777240" cy="256032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11082528" y="4343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7255764" y="4690872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7255764" y="4910328"/>
            <a:ext cx="4649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bars at the end of a 2-leg pullback in a trending session are clean scalp entries. Keep risk tight — the inside bar naturally defines the stop.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164592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920240" cy="141732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914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03120" y="566928"/>
            <a:ext cx="9893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67712" y="658368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 / ONL identified and marked on chart before open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67712" y="905256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direction: overlapping bars (IOI) Bars 52–1 → high probability reversal zone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67712" y="1152144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structure: IOI pattern confirmed — base complete, expecting directional move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67712" y="1399032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count: Bar 60/61/62 IOI — test target flagged for session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67712" y="1645920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VWAP: Price above VWAP at open → bullish bias confirmed · Bears lost control on Bar 2 long wick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112264"/>
            <a:ext cx="1920240" cy="45720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3230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288950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89904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103120" y="2112264"/>
            <a:ext cx="48783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103120" y="2112264"/>
            <a:ext cx="48783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1854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23744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523744" y="2185416"/>
            <a:ext cx="4347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212848" y="2459736"/>
            <a:ext cx="46954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194560" y="2679192"/>
            <a:ext cx="4695444" cy="1408176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267712" y="2734056"/>
            <a:ext cx="4604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2267712" y="2916936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2267712" y="3136392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2267712" y="3355848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from bulls — momentum was fake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2267712" y="3575304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rejecting highs — sellers actively in control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2267712" y="3794760"/>
            <a:ext cx="46040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vs EMA: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closes above EMA — essentially a false break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2240280" y="4178808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2240280" y="4343400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2240280" y="4709160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2240280" y="4873752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2240280" y="5239512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2240280" y="5404104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Low 1 confirmation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067044" y="5824728"/>
            <a:ext cx="77724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067044" y="58430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2240280" y="6190488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2240280" y="6409944"/>
            <a:ext cx="4649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Flags with a Low 1 at the flag top are highest conviction short setups. Fake EMA breakout on Bar 13 with no follow-through was the final signal. When wick rejection and false EMA breakout align — high conviction entry.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118604" y="2112264"/>
            <a:ext cx="4878324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118604" y="2112264"/>
            <a:ext cx="48783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332" y="2185416"/>
            <a:ext cx="256032" cy="25603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539228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7539228" y="2185416"/>
            <a:ext cx="4347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7228332" y="2459736"/>
            <a:ext cx="46954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7255764" y="2679192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7255764" y="2843784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7255764" y="3209544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7255764" y="3374136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7255764" y="3739896"/>
            <a:ext cx="46497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51" name="Text 44"/>
          <p:cNvSpPr/>
          <p:nvPr/>
        </p:nvSpPr>
        <p:spPr>
          <a:xfrm>
            <a:off x="7255764" y="3904488"/>
            <a:ext cx="4649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20EMA with gap · Downtrend context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11082528" y="4325112"/>
            <a:ext cx="77724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1082528" y="4343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7255764" y="4690872"/>
            <a:ext cx="4649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7255764" y="4910328"/>
            <a:ext cx="46497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bars below EMA with a visible gap are textbook downtrend continuation entries. EMA gap = trend momentum. Low 2 adds structural confluence. Core SIMPAN setup.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164592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4864"/>
            <a:ext cx="1216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1920240" cy="141732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86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" y="9144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03120" y="566928"/>
            <a:ext cx="98938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67712" y="658368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 / ONL identified and marked on chart before open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67712" y="905256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direction: overlapping bars (IOI) Bars 52–1 → high probability reversal zone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67712" y="1152144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Two-leg structure: IOI pattern confirmed — base complete, expecting directional move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67712" y="1399032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TD9 count: Bar 60/61/62 IOI — test target flagged for session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67712" y="1645920"/>
            <a:ext cx="9619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VWAP: Price above VWAP at open → bullish bias confirmed · Bears lost control on Bar 2 long wick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4592" y="2112264"/>
            <a:ext cx="1920240" cy="4572000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32304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2889504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89904"/>
            <a:ext cx="457200" cy="457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103120" y="2112264"/>
            <a:ext cx="593628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103120" y="2112264"/>
            <a:ext cx="5936285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18541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23744" y="2185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523744" y="2185416"/>
            <a:ext cx="5405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212848" y="2459736"/>
            <a:ext cx="57534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194560" y="2679192"/>
            <a:ext cx="5753405" cy="11887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267712" y="2734056"/>
            <a:ext cx="56619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2267712" y="2916936"/>
            <a:ext cx="5661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downside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2267712" y="3136392"/>
            <a:ext cx="5661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— no follow-up bear bar after Bar 52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2267712" y="3355848"/>
            <a:ext cx="5661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42 pattern: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earlier in session had no follow-through — same setup repeating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2267712" y="3575304"/>
            <a:ext cx="5661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~30 ticks — very small if trade failed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2240280" y="3959352"/>
            <a:ext cx="57076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2240280" y="4123944"/>
            <a:ext cx="5707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2240280" y="4489704"/>
            <a:ext cx="57076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2240280" y="4654296"/>
            <a:ext cx="5707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240280" y="5020056"/>
            <a:ext cx="57076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2240280" y="5184648"/>
            <a:ext cx="57076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strong BO bar with no follow-through · PA repeating Bar 42 pattern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125005" y="5605272"/>
            <a:ext cx="777240" cy="256032"/>
          </a:xfrm>
          <a:prstGeom prst="rect">
            <a:avLst/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125005" y="5623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2240280" y="5971032"/>
            <a:ext cx="57076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2240280" y="6190488"/>
            <a:ext cx="57076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strong BO bar has no follow-through, the move may be exhausted. Pattern recognition within the same session is a valid edge — if Bar 42 showed the same setup and worked, Bar 53 deserves the trade at minimal risk.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164592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EOD Review — Mar 13 2026 — MES 5m</dc:title>
  <dc:subject>PptxGenJS Presentation</dc:subject>
  <dc:creator>PptxGenJS</dc:creator>
  <cp:lastModifiedBy>PptxGenJS</cp:lastModifiedBy>
  <cp:revision>1</cp:revision>
  <dcterms:created xsi:type="dcterms:W3CDTF">2026-03-14T17:35:11Z</dcterms:created>
  <dcterms:modified xsi:type="dcterms:W3CDTF">2026-03-14T17:35:11Z</dcterms:modified>
</cp:coreProperties>
</file>