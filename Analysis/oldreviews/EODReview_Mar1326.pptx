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  ·  MES  ·  5-Minute Bars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73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13, 2026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621792"/>
            <a:ext cx="1179576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3566160"/>
            <a:ext cx="1179576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36118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" y="3621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CONTEXT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91840" y="362102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52–1 overlapping (IOI pattern) → high probability reversal  ·  Bar 2 = Outside Outside Bar (Breakout)  ·  Bar 2 has long lower wick → buyers in control  ·  Bars 1 &amp; 2 = High 2  ·  Expect 1:1 move up after Bar 2 confirmation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Review: March 13, 2026  ·  MES 5m  ·  Personal trade journal — not financial advice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182880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82880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66928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274320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1–3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1682496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82496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292608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292608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 · STOP 1 tick below Bar 2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92608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292608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3 using Bar 1 as Outside Bar to measure move · 1:1R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92608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292608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from pre-market trading range · Bar 2 BOO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2523744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523744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402336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907792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907792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615184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11–13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4023360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023360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2633472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2633472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11 filled at Bar 13 · STOP 1 tick below Bar 11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2633472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2633472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13 using Bar 11 as MM up · 39 ticks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633472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2633472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 = inside bar · Bullish scalp after 2-leg pullback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864608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864608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4023360"/>
            <a:ext cx="237744" cy="23774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248656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248656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956048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12–18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6364224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364224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4974336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4974336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12 filled at Bar 15 · STOP 1 tick above Bar 12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4974336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4974336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18 using Bar 12/13 MM down · 80 ticks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974336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4974336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Bars 10–14 · Expecting 2nd leg down · Bar 13 = Low 1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7205472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7205472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4023360"/>
            <a:ext cx="237744" cy="237744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58952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7589520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7296912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22–24</a:t>
            </a:r>
            <a:endParaRPr lang="en-US" sz="750" dirty="0"/>
          </a:p>
        </p:txBody>
      </p:sp>
      <p:sp>
        <p:nvSpPr>
          <p:cNvPr id="59" name="Shape 51"/>
          <p:cNvSpPr/>
          <p:nvPr/>
        </p:nvSpPr>
        <p:spPr>
          <a:xfrm>
            <a:off x="8705088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8705088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7315200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7315200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22 · Entry Bar 21/22 = Low 2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7315200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7315200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24 using Bar 22 as MM down · 49 ticks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7315200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7315200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· Price below 20 EMA with gap · Downtrend context</a:t>
            </a:r>
            <a:endParaRPr lang="en-US" sz="800" dirty="0"/>
          </a:p>
        </p:txBody>
      </p:sp>
      <p:sp>
        <p:nvSpPr>
          <p:cNvPr id="67" name="Shape 59"/>
          <p:cNvSpPr/>
          <p:nvPr/>
        </p:nvSpPr>
        <p:spPr>
          <a:xfrm>
            <a:off x="9546336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0"/>
          <p:cNvSpPr/>
          <p:nvPr/>
        </p:nvSpPr>
        <p:spPr>
          <a:xfrm>
            <a:off x="9546336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6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76" y="4023360"/>
            <a:ext cx="237744" cy="237744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9930384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9930384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72" name="Text 63"/>
          <p:cNvSpPr/>
          <p:nvPr/>
        </p:nvSpPr>
        <p:spPr>
          <a:xfrm>
            <a:off x="9637776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53–58</a:t>
            </a:r>
            <a:endParaRPr lang="en-US" sz="750" dirty="0"/>
          </a:p>
        </p:txBody>
      </p:sp>
      <p:sp>
        <p:nvSpPr>
          <p:cNvPr id="73" name="Shape 64"/>
          <p:cNvSpPr/>
          <p:nvPr/>
        </p:nvSpPr>
        <p:spPr>
          <a:xfrm>
            <a:off x="11045952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11045952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850" dirty="0"/>
          </a:p>
        </p:txBody>
      </p:sp>
      <p:sp>
        <p:nvSpPr>
          <p:cNvPr id="75" name="Text 66"/>
          <p:cNvSpPr/>
          <p:nvPr/>
        </p:nvSpPr>
        <p:spPr>
          <a:xfrm>
            <a:off x="9656064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76" name="Text 67"/>
          <p:cNvSpPr/>
          <p:nvPr/>
        </p:nvSpPr>
        <p:spPr>
          <a:xfrm>
            <a:off x="9656064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53 · STOP 1 tick below Bar 53</a:t>
            </a:r>
            <a:endParaRPr lang="en-US" sz="800" dirty="0"/>
          </a:p>
        </p:txBody>
      </p:sp>
      <p:sp>
        <p:nvSpPr>
          <p:cNvPr id="77" name="Text 68"/>
          <p:cNvSpPr/>
          <p:nvPr/>
        </p:nvSpPr>
        <p:spPr>
          <a:xfrm>
            <a:off x="9656064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78" name="Text 69"/>
          <p:cNvSpPr/>
          <p:nvPr/>
        </p:nvSpPr>
        <p:spPr>
          <a:xfrm>
            <a:off x="9656064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58 at 1:1 MM using Bar 53 · 30 ticks</a:t>
            </a:r>
            <a:endParaRPr lang="en-US" sz="800" dirty="0"/>
          </a:p>
        </p:txBody>
      </p:sp>
      <p:sp>
        <p:nvSpPr>
          <p:cNvPr id="79" name="Text 70"/>
          <p:cNvSpPr/>
          <p:nvPr/>
        </p:nvSpPr>
        <p:spPr>
          <a:xfrm>
            <a:off x="9656064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80" name="Text 71"/>
          <p:cNvSpPr/>
          <p:nvPr/>
        </p:nvSpPr>
        <p:spPr>
          <a:xfrm>
            <a:off x="9656064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= strong BO bar down · Bar 53 = weak buy signal · PA repeating Bar 42 pattern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  ·  MES 5m  ·  Mar 13,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Bar-by-Bar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58368"/>
            <a:ext cx="3858768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Session  ·  Bars 1–14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52→1: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bars overlapping (IOI) — high probability reversal zone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2608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60/61/62: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IOI pattern — Inside Outside Inside Bars confirming reversal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2608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Outside Bar (breakout bar) with long lower wick — buyers in control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 &amp; 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2 structure — buying 1 tick above Bar 1 makes sense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bar — buying 1 tick above makes sense after 2-leg pullback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12/13: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 — bear trend continuation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10–14: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forming — good indication of another leg down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follow-through after bulls couldn't sustain push — momentum fake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603504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12648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14: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 on bar 14 — sellers actively rejecting highs, strong hands present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2608" y="665683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74827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 (EMA):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closing above EMA — "breakout" above EMA weak, essentially a false break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78808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78808" y="658368"/>
            <a:ext cx="385876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Session  ·  Bars 21–53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15968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21/22: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2 — bearish inside bar, price below 20EMA with gap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88536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EMA: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closes below EMA — bear trend context, EMA acting as resistance not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88536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15968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confirmed — entry sell stop 1 tick below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88536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15968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23+: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to overlap — strong indication price action is in a Trading Range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88536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Breakout Bar to the downside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88536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15968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buy signal bar — no follow-up bear bar after Bar 52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88536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Bar 42: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Bar with no follow-up bear bar — high probability price repeats pattern from Bar 42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88536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5968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risk was only about 30 ticks — very small if trade failed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74736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04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74736" y="658368"/>
            <a:ext cx="3858768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·  All Session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11896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session: Trending. Mid session: Trading Range from Bar 23 onwards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84464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11896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role: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acted as resistance in the afternoon — price unable to sustain above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84464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11896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Bear Flag Bars 10–14 led cleanly to T03 — 80 tick winner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84464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11896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repeat: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 setup mirrors Bar 42 — trading pattern recognition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84464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11896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note: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was limited to ~40 ticks — bullish inside bar scalp in minor pullback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284464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11896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conviction: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trade for Bear Flag + expecting 2nd leg down — confirmed by Bar 13 Low 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284464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11896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context: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Downtrend confirmed — bearish inside bar below EMA with gap is high conviction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284464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11896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away: 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T06 — overlapping bars from Bar 23 signal choppy range. Correct to stop.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82880" y="6492240"/>
            <a:ext cx="117957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652881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RESULT  ·  5 Trades  ·  T01 +39  ·  T02 +39  ·  T03 +80  ·  T04 +49  ·  T05 +30  ·  TOTAL: +237 TICKS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EOD Review — Mar 13 2026 — MES 5m</dc:title>
  <dc:subject>PptxGenJS Presentation</dc:subject>
  <dc:creator>PptxGenJS</dc:creator>
  <cp:lastModifiedBy>PptxGenJS</cp:lastModifiedBy>
  <cp:revision>1</cp:revision>
  <dcterms:created xsi:type="dcterms:W3CDTF">2026-03-14T14:18:06Z</dcterms:created>
  <dcterms:modified xsi:type="dcterms:W3CDTF">2026-03-14T14:18:06Z</dcterms:modified>
</cp:coreProperties>
</file>