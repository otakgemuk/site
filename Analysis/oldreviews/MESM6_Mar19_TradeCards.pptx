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MESM6  ·  5-Minute Bars  ·  March 19,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MightyOx Ventures  ·  EOD Trade Cards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Trade Review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RTH  9:00 AM – 4:45 PM EST  ·  Structure: Range (AM) → Trend Continuation (PM)  ·  SIMPAN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148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23500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closed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2148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1576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15768" y="23500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winners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37760" y="1737360"/>
            <a:ext cx="2148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4748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/ lot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+$446.25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47488" y="23500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69480" y="1737360"/>
            <a:ext cx="2148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7920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trade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60920" y="20116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+71.4 ticks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79208" y="23500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+$89.25 / lot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0" y="1737360"/>
            <a:ext cx="2148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1092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structure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92640" y="20116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CHoCH @ 2 PM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10928" y="23500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→ Trend flip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1612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889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86000" y="2889504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TD9 at open after prior downtrend  ·  EMA &amp; VWAP overhead (bearish opening bias)  ·  Two-leg sell-off AM  ·  Double bottom 6,628 → CHoCH  ·  PM trend continuation to 6,666+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1161288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3346704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104" y="334670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55064" y="334670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843784" y="334670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49624" y="334670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55464" y="334670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95544" y="334670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/ lot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64224" y="3346704"/>
            <a:ext cx="3465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566160"/>
            <a:ext cx="11612880" cy="301752"/>
          </a:xfrm>
          <a:prstGeom prst="rect">
            <a:avLst/>
          </a:prstGeom>
          <a:solidFill>
            <a:srgbClr val="17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" y="363016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2104" y="3630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55064" y="363016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9:00–9:30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843784" y="363016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6,629.25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9624" y="363016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6,643.75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55464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95544" y="3630168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+$72.50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64224" y="363016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TD9 open exhaustion · buy above Bar 1 · VWAP magnet above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3877056"/>
            <a:ext cx="11612880" cy="30175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3941064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32104" y="39410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655064" y="394106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11:30–1:00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843784" y="39410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6,624.25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49624" y="39410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6,617.50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55464" y="39410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95544" y="39410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+$97.50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64224" y="3941064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EMA reclaim · range breakdown · two-leg leg 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4320" y="4187952"/>
            <a:ext cx="11612880" cy="301752"/>
          </a:xfrm>
          <a:prstGeom prst="rect">
            <a:avLst/>
          </a:prstGeom>
          <a:solidFill>
            <a:srgbClr val="17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" y="425196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32104" y="42519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655064" y="42519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1:00–1:45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843784" y="42519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6,634.00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849624" y="42519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6,617.50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855464" y="42519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495544" y="425196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+$82.50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364224" y="4251960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Two-leg continuation · leg 2 measured move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74320" y="4498848"/>
            <a:ext cx="11612880" cy="30175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456285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32104" y="456285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655064" y="456285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2:00–3:00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843784" y="456285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6,628.00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849624" y="456285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6,646.25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855464" y="45628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95544" y="456285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+$91.25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364224" y="4562856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bottom CHoCH · reversal off 6,628 · VWAP reclaim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4320" y="4809744"/>
            <a:ext cx="11612880" cy="301752"/>
          </a:xfrm>
          <a:prstGeom prst="rect">
            <a:avLst/>
          </a:prstGeom>
          <a:solidFill>
            <a:srgbClr val="1720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9184" y="4873752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32104" y="487375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655064" y="487375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3:00–4:15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843784" y="487375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6,646.00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9624" y="487375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6,666.50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855464" y="48737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495544" y="4873752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+$102.50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64224" y="487375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continuation · pullback to VWAP · MM target 6,666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74320" y="6035040"/>
            <a:ext cx="11612880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6071616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TOTAL  ·  5 trades  ·  T01 +58  ·  T02 +78  ·  T03 +66  ·  T04 +73  ·  T05 +82  ·  TOTAL: +357 TICKS  ·  +$446.25 / lot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82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T01  ·  LONG  ·  Bars 1–6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0" y="822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MESM6  5m  ·  Mar 19,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560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+$72.50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621792"/>
            <a:ext cx="9601200" cy="402336"/>
          </a:xfrm>
          <a:prstGeom prst="rect">
            <a:avLst/>
          </a:prstGeom>
          <a:solidFill>
            <a:srgbClr val="052E16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6949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52144"/>
            <a:ext cx="1920240" cy="1143000"/>
          </a:xfrm>
          <a:prstGeom prst="rect">
            <a:avLst/>
          </a:prstGeom>
          <a:solidFill>
            <a:srgbClr val="0D2E38"/>
          </a:solidFill>
          <a:ln w="9525">
            <a:solidFill>
              <a:srgbClr val="134E5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15864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152144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261872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9:00–9:30 AM  ·  Bars 1–6  ·  Entry: 6,629.25  ·  Exit: 6,643.75  ·  Range: 6,629.25 – 6,643.75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1920240" cy="1143000"/>
          </a:xfrm>
          <a:prstGeom prst="rect">
            <a:avLst/>
          </a:prstGeom>
          <a:solidFill>
            <a:srgbClr val="052E16"/>
          </a:solidFill>
          <a:ln w="9525">
            <a:solidFill>
              <a:srgbClr val="14532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284835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2414016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5728" y="2523744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Sequential 9: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at the open — prior downtrend exhaustion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5728" y="2825496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position: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price — bullish magnet for the first move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3127248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position: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Sloping down but price compressed below — bounce setup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95728" y="3429000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 structure: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range compression — high probability breakout bar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675888"/>
            <a:ext cx="1920240" cy="1143000"/>
          </a:xfrm>
          <a:prstGeom prst="rect">
            <a:avLst/>
          </a:prstGeom>
          <a:solidFill>
            <a:srgbClr val="052E16"/>
          </a:solidFill>
          <a:ln w="9525">
            <a:solidFill>
              <a:srgbClr val="14532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" y="41102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3675888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95728" y="3785616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 ticks ticks  ·  +$72.50 per lot  ·  Exit at measured move target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937760"/>
            <a:ext cx="1920240" cy="1143000"/>
          </a:xfrm>
          <a:prstGeom prst="rect">
            <a:avLst/>
          </a:prstGeom>
          <a:solidFill>
            <a:srgbClr val="411C02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" y="53721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4937760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5047488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TD9 at the open after a sustained downtrend is one of the cleanest reversal setups in SIMPAN. The key is not chasing — wait for Bar 1 to confirm direction, then buy the breakout. VWAP gives you the target before the trade is 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card  ·  T01  ·  MESM6 5m  ·  Mar 19, 2026  ·  Personal trade journal — not financial advice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82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T02  ·  SHORT  ·  Bars 16–24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0" y="822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MESM6  5m  ·  Mar 19,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560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+$97.50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621792"/>
            <a:ext cx="9601200" cy="402336"/>
          </a:xfrm>
          <a:prstGeom prst="rect">
            <a:avLst/>
          </a:prstGeom>
          <a:solidFill>
            <a:srgbClr val="45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6949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52144"/>
            <a:ext cx="1920240" cy="1143000"/>
          </a:xfrm>
          <a:prstGeom prst="rect">
            <a:avLst/>
          </a:prstGeom>
          <a:solidFill>
            <a:srgbClr val="0D2E38"/>
          </a:solidFill>
          <a:ln w="9525">
            <a:solidFill>
              <a:srgbClr val="134E5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15864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152144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261872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AM–1:00 PM  ·  Bars 16–24  ·  Entry: 6,624.25  ·  Exit: 6,617.50  ·  Range: 6,624.25 – 6,617.50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1920240" cy="1143000"/>
          </a:xfrm>
          <a:prstGeom prst="rect">
            <a:avLst/>
          </a:prstGeom>
          <a:solidFill>
            <a:srgbClr val="450A0A"/>
          </a:solidFill>
          <a:ln w="9525">
            <a:solidFill>
              <a:srgbClr val="7F1D1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284835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2414016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5728" y="2523744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resistance: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closes below — sellers defending overhead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5728" y="2825496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overhead: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unable to reach VWAP — bearish bias confirmed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3127248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bars: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range identified after Bars 10–14 overlap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95728" y="3429000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low break: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low at 6,624.25 acted as trigger — measured move down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675888"/>
            <a:ext cx="1920240" cy="1143000"/>
          </a:xfrm>
          <a:prstGeom prst="rect">
            <a:avLst/>
          </a:prstGeom>
          <a:solidFill>
            <a:srgbClr val="450A0A"/>
          </a:solidFill>
          <a:ln w="9525">
            <a:solidFill>
              <a:srgbClr val="7F1D1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" y="41102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3675888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95728" y="3785616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+78 ticks ticks  ·  +$97.50 per lot  ·  Exit at measured move target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937760"/>
            <a:ext cx="1920240" cy="1143000"/>
          </a:xfrm>
          <a:prstGeom prst="rect">
            <a:avLst/>
          </a:prstGeom>
          <a:solidFill>
            <a:srgbClr val="411C02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" y="53721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4937760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5047488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price fails to reclaim the EMA on 3+ attempts with VWAP still overhead, the range low becomes the highest probability entry trigger. The measured move of the range gives you the target automatically.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card  ·  T02  ·  MESM6 5m  ·  Mar 19, 2026  ·  Personal trade journal — not financial advice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82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T03  ·  SHORT  ·  Bars 25–33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0" y="822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MESM6  5m  ·  Mar 19,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560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+$82.50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621792"/>
            <a:ext cx="9601200" cy="402336"/>
          </a:xfrm>
          <a:prstGeom prst="rect">
            <a:avLst/>
          </a:prstGeom>
          <a:solidFill>
            <a:srgbClr val="45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6949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52144"/>
            <a:ext cx="1920240" cy="1143000"/>
          </a:xfrm>
          <a:prstGeom prst="rect">
            <a:avLst/>
          </a:prstGeom>
          <a:solidFill>
            <a:srgbClr val="0D2E38"/>
          </a:solidFill>
          <a:ln w="9525">
            <a:solidFill>
              <a:srgbClr val="134E5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15864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152144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261872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1:00–1:45 PM  ·  Bars 25–33  ·  Entry: 6,634.00  ·  Exit: 6,617.50  ·  Range: 6,634.00 – 6,617.50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1920240" cy="1143000"/>
          </a:xfrm>
          <a:prstGeom prst="rect">
            <a:avLst/>
          </a:prstGeom>
          <a:solidFill>
            <a:srgbClr val="450A0A"/>
          </a:solidFill>
          <a:ln w="9525">
            <a:solidFill>
              <a:srgbClr val="7F1D1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284835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2414016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5728" y="2523744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Two-leg structure: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= leg 1 · T03 = leg 2 continuation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5728" y="2825496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Pullback behaviour: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retested prior breakdown zone — sellers added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3127248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distance: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still well above — no threat to the short thesis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95728" y="3429000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move target: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2 target = leg 1 projection from the pullback high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675888"/>
            <a:ext cx="1920240" cy="1143000"/>
          </a:xfrm>
          <a:prstGeom prst="rect">
            <a:avLst/>
          </a:prstGeom>
          <a:solidFill>
            <a:srgbClr val="450A0A"/>
          </a:solidFill>
          <a:ln w="9525">
            <a:solidFill>
              <a:srgbClr val="7F1D1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" y="41102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3675888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95728" y="3785616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 ticks ticks  ·  +$82.50 per lot  ·  Exit at measured move target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937760"/>
            <a:ext cx="1920240" cy="1143000"/>
          </a:xfrm>
          <a:prstGeom prst="rect">
            <a:avLst/>
          </a:prstGeom>
          <a:solidFill>
            <a:srgbClr val="411C02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" y="53721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4937760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5047488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Two-leg structures are the most reliable continuation pattern in price action. Once leg 1 is confirmed and the pullback shows weak buying, leg 2 becomes a high conviction entry. The target is always the measured move — no guesswork.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card  ·  T03  ·  MESM6 5m  ·  Mar 19, 2026  ·  Personal trade journal — not financial advice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82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T04  ·  LONG  ·  Bars 37–49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0" y="822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MESM6  5m  ·  Mar 19,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560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+$91.25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621792"/>
            <a:ext cx="9601200" cy="402336"/>
          </a:xfrm>
          <a:prstGeom prst="rect">
            <a:avLst/>
          </a:prstGeom>
          <a:solidFill>
            <a:srgbClr val="052E16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6949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52144"/>
            <a:ext cx="1920240" cy="1143000"/>
          </a:xfrm>
          <a:prstGeom prst="rect">
            <a:avLst/>
          </a:prstGeom>
          <a:solidFill>
            <a:srgbClr val="0D2E38"/>
          </a:solidFill>
          <a:ln w="9525">
            <a:solidFill>
              <a:srgbClr val="134E5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15864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152144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261872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2:00–3:00 PM  ·  Bars 37–49  ·  Entry: 6,628.00  ·  Exit: 6,646.25  ·  Range: 6,628.00 – 6,646.25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1920240" cy="1143000"/>
          </a:xfrm>
          <a:prstGeom prst="rect">
            <a:avLst/>
          </a:prstGeom>
          <a:solidFill>
            <a:srgbClr val="052E16"/>
          </a:solidFill>
          <a:ln w="9525">
            <a:solidFill>
              <a:srgbClr val="14532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284835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2414016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5728" y="2523744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bottom: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touches of 6,628 support — buyers defending level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5728" y="2825496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CHoCH signal: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above prior swing high confirms structure flip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3127248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above: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reclaiming EMA during the move — bullish confirmation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95728" y="3429000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magnet: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at ~6,646 was the natural exit target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675888"/>
            <a:ext cx="1920240" cy="1143000"/>
          </a:xfrm>
          <a:prstGeom prst="rect">
            <a:avLst/>
          </a:prstGeom>
          <a:solidFill>
            <a:srgbClr val="052E16"/>
          </a:solidFill>
          <a:ln w="9525">
            <a:solidFill>
              <a:srgbClr val="14532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" y="41102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3675888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95728" y="3785616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+73 ticks ticks  ·  +$91.25 per lot  ·  Exit at measured move target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937760"/>
            <a:ext cx="1920240" cy="1143000"/>
          </a:xfrm>
          <a:prstGeom prst="rect">
            <a:avLst/>
          </a:prstGeom>
          <a:solidFill>
            <a:srgbClr val="411C02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" y="53721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4937760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5047488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two legs down, the double bottom with a CHoCH is the cleanest reversal entry in SIMPAN. The proximity of VWAP above gives a predefined, objective exit target. Do not hold past the first magnet — take the measured move and reassess.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card  ·  T04  ·  MESM6 5m  ·  Mar 19, 2026  ·  Personal trade journal — not financial advice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82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T05  ·  LONG  ·  Bars 49–61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0" y="822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MESM6  5m  ·  Mar 19,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560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+$102.50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621792"/>
            <a:ext cx="9601200" cy="402336"/>
          </a:xfrm>
          <a:prstGeom prst="rect">
            <a:avLst/>
          </a:prstGeom>
          <a:solidFill>
            <a:srgbClr val="052E16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6949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52144"/>
            <a:ext cx="1920240" cy="1143000"/>
          </a:xfrm>
          <a:prstGeom prst="rect">
            <a:avLst/>
          </a:prstGeom>
          <a:solidFill>
            <a:srgbClr val="0D2E38"/>
          </a:solidFill>
          <a:ln w="9525">
            <a:solidFill>
              <a:srgbClr val="134E5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15864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152144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261872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3:00–4:15 PM  ·  Bars 49–61  ·  Entry: 6,646.00  ·  Exit: 6,666.50  ·  Range: 6,646.00 – 6,666.50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1920240" cy="1143000"/>
          </a:xfrm>
          <a:prstGeom prst="rect">
            <a:avLst/>
          </a:prstGeom>
          <a:solidFill>
            <a:srgbClr val="052E16"/>
          </a:solidFill>
          <a:ln w="9525">
            <a:solidFill>
              <a:srgbClr val="14532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284835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2414016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5728" y="2523744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flip: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established HH + HL — trend now bullish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5728" y="2825496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pullback: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retest of VWAP after reclaim — textbook continuation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3127248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position: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now below price — acting as support not resistance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95728" y="3429000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move target: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leg up from 6,628–6,646 projected from 6,646 = 6,664+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675888"/>
            <a:ext cx="1920240" cy="1143000"/>
          </a:xfrm>
          <a:prstGeom prst="rect">
            <a:avLst/>
          </a:prstGeom>
          <a:solidFill>
            <a:srgbClr val="052E16"/>
          </a:solidFill>
          <a:ln w="9525">
            <a:solidFill>
              <a:srgbClr val="14532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" y="41102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3675888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95728" y="3785616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 ticks ticks  ·  +$102.50 per lot  ·  Exit at measured move target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937760"/>
            <a:ext cx="1920240" cy="1143000"/>
          </a:xfrm>
          <a:prstGeom prst="rect">
            <a:avLst/>
          </a:prstGeom>
          <a:solidFill>
            <a:srgbClr val="411C02"/>
          </a:solidFill>
          <a:ln w="9525">
            <a:solidFill>
              <a:srgbClr val="854F0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" y="53721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4937760"/>
            <a:ext cx="96012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5047488"/>
            <a:ext cx="94000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pullback to VWAP after a structure flip is the highest probability continuation entry in a trending session. This is also where you can size up — the risk is well-defined (below VWAP) and the trend is your backing. T05 paid the most because it was traded WITH the trend, not against it.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card  ·  T05  ·  MESM6 5m  ·  Mar 19, 2026  ·  Personal trade journal — not financial advice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MESM6 — Trade Cards — Mar 19, 2026</dc:title>
  <dc:subject>PptxGenJS Presentation</dc:subject>
  <dc:creator>PptxGenJS</dc:creator>
  <cp:lastModifiedBy>PptxGenJS</cp:lastModifiedBy>
  <cp:revision>1</cp:revision>
  <dcterms:created xsi:type="dcterms:W3CDTF">2026-03-19T21:44:03Z</dcterms:created>
  <dcterms:modified xsi:type="dcterms:W3CDTF">2026-03-19T21:44:03Z</dcterms:modified>
</cp:coreProperties>
</file>